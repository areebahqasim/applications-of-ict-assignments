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75-4E9E-9EDB-23AFF29F0A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75-4E9E-9EDB-23AFF29F0A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75-4E9E-9EDB-23AFF29F0A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84592063"/>
        <c:axId val="684596863"/>
      </c:barChart>
      <c:catAx>
        <c:axId val="684592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4596863"/>
        <c:crosses val="autoZero"/>
        <c:auto val="1"/>
        <c:lblAlgn val="ctr"/>
        <c:lblOffset val="100"/>
        <c:noMultiLvlLbl val="0"/>
      </c:catAx>
      <c:valAx>
        <c:axId val="684596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4592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8E319-9C18-0D9B-6A8E-DEE313228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036F5-E396-99B8-3C0E-C0E5405AE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916A9-7465-4139-7822-F25A05BE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62030-3ABE-F797-E06D-D635C6DF5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487CB-1E7C-AFB4-FF3C-FA95F4ED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22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BA79-40B6-7056-D735-FF249146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BB10E-8339-108B-E381-F31A86B2D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938EF-2A29-EF87-9CD9-3ED3D7966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69138-6392-A3C9-F227-B29572C4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E20F2-6E18-92F0-C81E-470E0E1C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09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7141-DAFA-0389-ED82-434397AD4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C465C-2884-A6C2-DD83-B640F2F38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9086A-2A97-B94A-8B76-5A4D1BA2F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9FD0B-EBC8-A326-BCA3-F22DB3AE2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86F5A-03E2-12EF-8006-EAF8E33B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29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88EE-B9BC-8336-A9DA-2D42F2C1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B221-E955-722F-035E-F4B57CE36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57AA6-45F6-4F26-56B0-A2EAEC507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24097-F71A-6203-7BB1-949CDA50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280D4-70A6-FDC9-7467-4DE090AB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A242D-E17D-25EF-3846-9FBA35EE3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4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A12AF-8D85-B90C-1D45-CD66E5B87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364AF-13F7-6BAB-0B7E-FA42FFCC9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DE2FA-82A5-D3E4-28DE-41686F55B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014752-EC8A-76E8-C47E-061DE0307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69120-22AE-F628-7436-C698B052A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9FB13C-AC44-E043-1958-403293853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F27FEE-55D2-2E6E-CE46-9960547B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50D60C-CFAC-0EE2-F974-D1ADEEF9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0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E00FA-267F-2364-9335-B3185177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1D0085-BFE1-81B6-632E-5536893D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A069F6-5562-855B-6798-6147F963F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9B80F-AEF0-7D82-C1EF-38BD4465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72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41F7C-03B4-076A-913D-6A2D1E4A3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0CF12-9E70-CA82-14BB-AC731546C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308A5-E51A-2153-FAAA-04CE10AD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0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5E2C-874B-2EB8-73F3-E3732221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F1396-B41D-EF72-2E50-43835F21F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20036-D957-D387-4747-D6B04C9AF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8C0EE-E7E6-8F40-5C5D-74AFDB71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B0812-A263-EA2C-01DD-B9E1C12B6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E22AD-6CC4-1621-4428-6315DB79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6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323E-0CED-6F76-85E7-39CE30D91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657B2-5F95-421A-9249-801A59145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F233D-0BFE-93E3-C31E-BF935A278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7F279-934A-D392-C8B3-C13D8731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D8802-BB39-4152-1CB7-D8B6AE023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761AE-DD01-8116-D7FE-43172806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4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F52F-2F5E-BBEC-D82D-9E941F5B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2255B-2D3E-8E4D-9603-74B8C787B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0799A-7184-CDD1-48C3-0BEC21A5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2FD65-610C-CD99-029B-C95ED967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16804-3C58-E694-43C9-53C564D5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2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D0BD9-0BCB-8759-7AED-01661D547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A75DA-FC95-4994-03D2-ED9218368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68555-EF63-DB4A-1F46-6863E5EE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15AE0-3CE3-1776-DD7D-4DE024BFA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F6556-1AEA-60FF-27AE-5D86C9EA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05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ABC9-7CF4-B8F5-7E7E-33B1AA3C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43C9F7-5AC1-516D-1C2D-45B13B8E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99953-2F1B-F2AD-B8D1-50B66B90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E9629-C770-BBA9-033D-AAA1CCB4E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4B176B8A-CFA4-5214-7464-2B90A36AEEA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500688" y="1801813"/>
            <a:ext cx="3684587" cy="207803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79D8F35D-DE67-068F-AF20-0787BF1D640C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5500688" y="4003675"/>
            <a:ext cx="5853112" cy="221773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26A1101-8523-284C-06AF-CC7DB24D9D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1801813"/>
            <a:ext cx="442595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233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468B7-0659-FA1A-00B9-52FCCA003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351A-408A-9B1F-7B89-EF1AE0B86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ED272-980A-EF71-A585-0AD97E641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B7F0A-F91C-4268-BF50-A854EA15BF7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D36E6-F1D5-3835-3864-2EE8997F5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err="1"/>
              <a:t>Areebah</a:t>
            </a:r>
            <a:r>
              <a:rPr lang="en-US" dirty="0"/>
              <a:t> Qasim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5789B-EBEA-9741-7208-C41B48973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D1893-411A-46D9-8514-11C5BBD1B75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70246D-5E27-4304-D3D0-F6F9B6432C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940" y="1825625"/>
            <a:ext cx="2064860" cy="205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90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FA491-48F0-06B5-1896-AA9155728F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Activity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5B0BD-1E86-F45F-973D-6AF039D401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Areebah</a:t>
            </a:r>
            <a:r>
              <a:rPr lang="en-US" dirty="0"/>
              <a:t> Qasim</a:t>
            </a:r>
          </a:p>
          <a:p>
            <a:r>
              <a:rPr lang="en-US" dirty="0"/>
              <a:t>FA25-BBA-011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656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E6DDF-E11B-F5CF-AB73-D4D77DDB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Layout</a:t>
            </a:r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99F2249C-CFA9-B668-1CA7-74EBD85BC6C2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2001326502"/>
              </p:ext>
            </p:extLst>
          </p:nvPr>
        </p:nvGraphicFramePr>
        <p:xfrm>
          <a:off x="5500688" y="1801813"/>
          <a:ext cx="3684587" cy="2078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F84953C7-46E4-4116-85F4-4505AA3FEAB6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/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B277F5-0B54-CF6E-32FA-9DF39ECF737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Applications of Information and </a:t>
            </a:r>
            <a:r>
              <a:rPr lang="en-US"/>
              <a:t>Communication Technologies.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46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Lab Activity 4</vt:lpstr>
      <vt:lpstr>Custom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FA25-BBA-011 (AREEBAH QASIM)</dc:creator>
  <cp:lastModifiedBy>FA25-BBA-011 (AREEBAH QASIM)</cp:lastModifiedBy>
  <cp:revision>1</cp:revision>
  <dcterms:created xsi:type="dcterms:W3CDTF">2025-10-08T20:27:17Z</dcterms:created>
  <dcterms:modified xsi:type="dcterms:W3CDTF">2025-10-08T20:27:17Z</dcterms:modified>
</cp:coreProperties>
</file>